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799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2%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40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2026-07-23T12:39:46Z</dcterms:created>
  <dcterms:modified xsi:type="dcterms:W3CDTF">2026-07-23T12:39:46Z</dcterms:modified>
</cp:coreProperties>
</file>